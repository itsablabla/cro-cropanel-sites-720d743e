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allbirds.com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(89/100)  ·  10 findings  ·  3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is social proof through product reviews, but it is bleeding value because product pages show a 'Reviews' heading with no actual review content, ratings, or social proof, undermining purchase confidence and directly suppressing add-to-cart conversions.</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1.4–6.4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Heavy third-party script load</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The homepage loads 63 scripts, which is the usual root cause of slow interaction readiness on mobile.</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Product pages lack visible reviews</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Low · PXL 4/10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Product pages show a reviews heading but no actual review content, ratings, or social proof, undermining purchase confid</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No guarantee or return policy</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Medium · PXL 4/10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Product pages lack shipping, return, or guarantee messaging near the purchase path, reducing trust at the decision point</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Shipping threshold not prominent</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Low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free shipping threshold is buried in page copy rather than surfaced near prices or CTAs, so visitors may not see it </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Late fee disclosure on product pages</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Product pages show prices but no shipping or fee information near the price, leaving cost details to be discovered later</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Email form lacks visible labels</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Low · PXL 3/10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Email input fields lack visible labels, causing user confusion about what information is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Heavy third-party script load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41 inline and 22 external &lt;script&gt; tags, 698 KB of HTML."</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loads 63 scripts, which is the usual root cause of slow interaction readiness on mobile.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Product pages lack visible reviews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"h2: Reviews for Anytime Ankle Sock"</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Product pages show a reviews heading but no actual review content, ratings, or social proof, undermining purchase confidence.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guarantee or return policy</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"copy: Free ground shipping on orders over $100"</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Product pages lack shipping, return, or guarantee messaging near the purchase path, reducing trust at the decision point.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Shipping threshold not prominent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"Free ground shipping on orders over $100"</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free shipping threshold is buried in page copy rather than surfaced near prices or CTAs, so visitors may not see it until checkout.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Late fee disclosure on product pages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"prices: $100 $5.00 $105 $105 $105 $100"</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Product pages show prices but no shipping or fee information near the price, leaving cost details to be discovered later in the funnel.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Product pages lack visible reviews</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Shipping threshold not prominent</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Email form lacks visible labels</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Controls without accessible names</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Images missing alternative text</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Heavy third-party script load</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No guarantee or return policy</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Late fee disclosure on product pages</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Trust signals absent from collection</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Price context missing on collection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